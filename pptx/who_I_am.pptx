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5596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0DAB"/>
    <a:srgbClr val="00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4708D-21AF-4D73-867C-D582C095406E}" v="2" dt="2026-07-08T12:57:26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2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Dumontaud" userId="27dabd29-2215-4f75-954c-2636ea39e1d6" providerId="ADAL" clId="{92B41397-304C-4B29-BC29-5CF14544AD57}"/>
    <pc:docChg chg="undo custSel addSld delSld modSld">
      <pc:chgData name="William Dumontaud" userId="27dabd29-2215-4f75-954c-2636ea39e1d6" providerId="ADAL" clId="{92B41397-304C-4B29-BC29-5CF14544AD57}" dt="2026-07-08T12:58:18.137" v="181" actId="1076"/>
      <pc:docMkLst>
        <pc:docMk/>
      </pc:docMkLst>
      <pc:sldChg chg="addSp delSp modSp mod">
        <pc:chgData name="William Dumontaud" userId="27dabd29-2215-4f75-954c-2636ea39e1d6" providerId="ADAL" clId="{92B41397-304C-4B29-BC29-5CF14544AD57}" dt="2026-07-08T12:58:18.137" v="181" actId="1076"/>
        <pc:sldMkLst>
          <pc:docMk/>
          <pc:sldMk cId="2171472641" sldId="256"/>
        </pc:sldMkLst>
        <pc:spChg chg="add mod">
          <ac:chgData name="William Dumontaud" userId="27dabd29-2215-4f75-954c-2636ea39e1d6" providerId="ADAL" clId="{92B41397-304C-4B29-BC29-5CF14544AD57}" dt="2026-07-08T12:58:18.137" v="181" actId="1076"/>
          <ac:spMkLst>
            <pc:docMk/>
            <pc:sldMk cId="2171472641" sldId="256"/>
            <ac:spMk id="3" creationId="{C3FF2D4B-F966-ADA6-4647-7A50DE275D9C}"/>
          </ac:spMkLst>
        </pc:spChg>
        <pc:spChg chg="mod">
          <ac:chgData name="William Dumontaud" userId="27dabd29-2215-4f75-954c-2636ea39e1d6" providerId="ADAL" clId="{92B41397-304C-4B29-BC29-5CF14544AD57}" dt="2026-07-03T09:07:36.323" v="55" actId="1076"/>
          <ac:spMkLst>
            <pc:docMk/>
            <pc:sldMk cId="2171472641" sldId="256"/>
            <ac:spMk id="7" creationId="{8E29FEB5-E163-4ABD-E6E4-70A1890B3844}"/>
          </ac:spMkLst>
        </pc:spChg>
        <pc:spChg chg="mod">
          <ac:chgData name="William Dumontaud" userId="27dabd29-2215-4f75-954c-2636ea39e1d6" providerId="ADAL" clId="{92B41397-304C-4B29-BC29-5CF14544AD57}" dt="2026-07-03T09:10:49.675" v="100" actId="1076"/>
          <ac:spMkLst>
            <pc:docMk/>
            <pc:sldMk cId="2171472641" sldId="256"/>
            <ac:spMk id="12" creationId="{4991650B-24BA-F212-7ACC-D475BE5D3A52}"/>
          </ac:spMkLst>
        </pc:spChg>
        <pc:spChg chg="mod">
          <ac:chgData name="William Dumontaud" userId="27dabd29-2215-4f75-954c-2636ea39e1d6" providerId="ADAL" clId="{92B41397-304C-4B29-BC29-5CF14544AD57}" dt="2026-07-03T09:08:53.130" v="82" actId="1076"/>
          <ac:spMkLst>
            <pc:docMk/>
            <pc:sldMk cId="2171472641" sldId="256"/>
            <ac:spMk id="13" creationId="{CFB1B403-C38F-D63D-38FD-DF4DE0AF4070}"/>
          </ac:spMkLst>
        </pc:spChg>
        <pc:spChg chg="mod">
          <ac:chgData name="William Dumontaud" userId="27dabd29-2215-4f75-954c-2636ea39e1d6" providerId="ADAL" clId="{92B41397-304C-4B29-BC29-5CF14544AD57}" dt="2026-07-03T09:08:44.055" v="79" actId="1076"/>
          <ac:spMkLst>
            <pc:docMk/>
            <pc:sldMk cId="2171472641" sldId="256"/>
            <ac:spMk id="14" creationId="{CF1D61E5-5210-6348-2DCC-21C415BF88E5}"/>
          </ac:spMkLst>
        </pc:spChg>
        <pc:spChg chg="add mod">
          <ac:chgData name="William Dumontaud" userId="27dabd29-2215-4f75-954c-2636ea39e1d6" providerId="ADAL" clId="{92B41397-304C-4B29-BC29-5CF14544AD57}" dt="2026-07-03T09:07:04.997" v="49" actId="1076"/>
          <ac:spMkLst>
            <pc:docMk/>
            <pc:sldMk cId="2171472641" sldId="256"/>
            <ac:spMk id="20" creationId="{35070325-685A-E88F-5C75-83F750C5C70A}"/>
          </ac:spMkLst>
        </pc:spChg>
        <pc:spChg chg="add mod">
          <ac:chgData name="William Dumontaud" userId="27dabd29-2215-4f75-954c-2636ea39e1d6" providerId="ADAL" clId="{92B41397-304C-4B29-BC29-5CF14544AD57}" dt="2026-07-03T09:07:20.393" v="51" actId="1076"/>
          <ac:spMkLst>
            <pc:docMk/>
            <pc:sldMk cId="2171472641" sldId="256"/>
            <ac:spMk id="22" creationId="{C5E20F32-355D-3F8C-3F32-7EE459DF28DC}"/>
          </ac:spMkLst>
        </pc:spChg>
        <pc:spChg chg="add mod">
          <ac:chgData name="William Dumontaud" userId="27dabd29-2215-4f75-954c-2636ea39e1d6" providerId="ADAL" clId="{92B41397-304C-4B29-BC29-5CF14544AD57}" dt="2026-07-03T09:07:31.733" v="54" actId="1076"/>
          <ac:spMkLst>
            <pc:docMk/>
            <pc:sldMk cId="2171472641" sldId="256"/>
            <ac:spMk id="27" creationId="{D8372CB2-156D-AC7A-633E-EC9A2E046F17}"/>
          </ac:spMkLst>
        </pc:spChg>
        <pc:spChg chg="add mod">
          <ac:chgData name="William Dumontaud" userId="27dabd29-2215-4f75-954c-2636ea39e1d6" providerId="ADAL" clId="{92B41397-304C-4B29-BC29-5CF14544AD57}" dt="2026-07-03T09:07:48.970" v="69" actId="14100"/>
          <ac:spMkLst>
            <pc:docMk/>
            <pc:sldMk cId="2171472641" sldId="256"/>
            <ac:spMk id="30" creationId="{B3792AE9-D821-8E44-768D-A4F36FAB1075}"/>
          </ac:spMkLst>
        </pc:spChg>
        <pc:spChg chg="add mod">
          <ac:chgData name="William Dumontaud" userId="27dabd29-2215-4f75-954c-2636ea39e1d6" providerId="ADAL" clId="{92B41397-304C-4B29-BC29-5CF14544AD57}" dt="2026-07-08T12:57:24.533" v="142" actId="1076"/>
          <ac:spMkLst>
            <pc:docMk/>
            <pc:sldMk cId="2171472641" sldId="256"/>
            <ac:spMk id="36" creationId="{04523722-5A4C-D302-FC28-8075A61535C4}"/>
          </ac:spMkLst>
        </pc:spChg>
        <pc:picChg chg="add del mod">
          <ac:chgData name="William Dumontaud" userId="27dabd29-2215-4f75-954c-2636ea39e1d6" providerId="ADAL" clId="{92B41397-304C-4B29-BC29-5CF14544AD57}" dt="2026-07-08T12:57:28.890" v="144" actId="478"/>
          <ac:picMkLst>
            <pc:docMk/>
            <pc:sldMk cId="2171472641" sldId="256"/>
            <ac:picMk id="4" creationId="{8E022460-8F9C-D88D-0592-6908C794DE17}"/>
          </ac:picMkLst>
        </pc:picChg>
        <pc:picChg chg="mod ord">
          <ac:chgData name="William Dumontaud" userId="27dabd29-2215-4f75-954c-2636ea39e1d6" providerId="ADAL" clId="{92B41397-304C-4B29-BC29-5CF14544AD57}" dt="2026-07-03T09:10:45.912" v="99" actId="1076"/>
          <ac:picMkLst>
            <pc:docMk/>
            <pc:sldMk cId="2171472641" sldId="256"/>
            <ac:picMk id="11" creationId="{1FC7CC41-3E46-AF77-8033-E85B7BB16249}"/>
          </ac:picMkLst>
        </pc:picChg>
        <pc:picChg chg="add mod ord modCrop">
          <ac:chgData name="William Dumontaud" userId="27dabd29-2215-4f75-954c-2636ea39e1d6" providerId="ADAL" clId="{92B41397-304C-4B29-BC29-5CF14544AD57}" dt="2026-07-03T09:11:31.197" v="106" actId="732"/>
          <ac:picMkLst>
            <pc:docMk/>
            <pc:sldMk cId="2171472641" sldId="256"/>
            <ac:picMk id="19" creationId="{8EDD4943-F8F4-89D3-3233-DDDC7E8C42D6}"/>
          </ac:picMkLst>
        </pc:picChg>
        <pc:picChg chg="add mod">
          <ac:chgData name="William Dumontaud" userId="27dabd29-2215-4f75-954c-2636ea39e1d6" providerId="ADAL" clId="{92B41397-304C-4B29-BC29-5CF14544AD57}" dt="2026-07-03T09:10:38.669" v="98" actId="1076"/>
          <ac:picMkLst>
            <pc:docMk/>
            <pc:sldMk cId="2171472641" sldId="256"/>
            <ac:picMk id="34" creationId="{0E0274C1-9242-5493-5A7A-53712D4F5B56}"/>
          </ac:picMkLst>
        </pc:picChg>
        <pc:picChg chg="add mod">
          <ac:chgData name="William Dumontaud" userId="27dabd29-2215-4f75-954c-2636ea39e1d6" providerId="ADAL" clId="{92B41397-304C-4B29-BC29-5CF14544AD57}" dt="2026-07-08T12:57:34.531" v="146" actId="1076"/>
          <ac:picMkLst>
            <pc:docMk/>
            <pc:sldMk cId="2171472641" sldId="256"/>
            <ac:picMk id="40" creationId="{49FDB8A3-90D7-3998-6DAB-0C5CE25A78AA}"/>
          </ac:picMkLst>
        </pc:picChg>
        <pc:picChg chg="mod">
          <ac:chgData name="William Dumontaud" userId="27dabd29-2215-4f75-954c-2636ea39e1d6" providerId="ADAL" clId="{92B41397-304C-4B29-BC29-5CF14544AD57}" dt="2026-07-03T09:08:55.207" v="83" actId="1076"/>
          <ac:picMkLst>
            <pc:docMk/>
            <pc:sldMk cId="2171472641" sldId="256"/>
            <ac:picMk id="1028" creationId="{48C7D1D6-CBE0-C298-9280-C39221DE92CC}"/>
          </ac:picMkLst>
        </pc:picChg>
        <pc:picChg chg="mod">
          <ac:chgData name="William Dumontaud" userId="27dabd29-2215-4f75-954c-2636ea39e1d6" providerId="ADAL" clId="{92B41397-304C-4B29-BC29-5CF14544AD57}" dt="2026-07-03T09:08:04.020" v="71" actId="1076"/>
          <ac:picMkLst>
            <pc:docMk/>
            <pc:sldMk cId="2171472641" sldId="256"/>
            <ac:picMk id="1030" creationId="{FC0CC7E5-4075-2CA8-98E1-1C9D8E7B7368}"/>
          </ac:picMkLst>
        </pc:picChg>
        <pc:picChg chg="mod">
          <ac:chgData name="William Dumontaud" userId="27dabd29-2215-4f75-954c-2636ea39e1d6" providerId="ADAL" clId="{92B41397-304C-4B29-BC29-5CF14544AD57}" dt="2026-07-03T09:08:58.210" v="84" actId="1076"/>
          <ac:picMkLst>
            <pc:docMk/>
            <pc:sldMk cId="2171472641" sldId="256"/>
            <ac:picMk id="1032" creationId="{38FC6B38-B87B-495A-66BF-498FB32CACE1}"/>
          </ac:picMkLst>
        </pc:picChg>
        <pc:picChg chg="mod">
          <ac:chgData name="William Dumontaud" userId="27dabd29-2215-4f75-954c-2636ea39e1d6" providerId="ADAL" clId="{92B41397-304C-4B29-BC29-5CF14544AD57}" dt="2026-07-03T09:08:46.632" v="80" actId="1076"/>
          <ac:picMkLst>
            <pc:docMk/>
            <pc:sldMk cId="2171472641" sldId="256"/>
            <ac:picMk id="1034" creationId="{0ED78BDE-C6F6-F05A-C419-17591087003E}"/>
          </ac:picMkLst>
        </pc:picChg>
      </pc:sldChg>
      <pc:sldChg chg="addSp delSp modSp new del mod">
        <pc:chgData name="William Dumontaud" userId="27dabd29-2215-4f75-954c-2636ea39e1d6" providerId="ADAL" clId="{92B41397-304C-4B29-BC29-5CF14544AD57}" dt="2026-07-08T12:56:28.954" v="138" actId="2696"/>
        <pc:sldMkLst>
          <pc:docMk/>
          <pc:sldMk cId="955971999" sldId="257"/>
        </pc:sldMkLst>
        <pc:spChg chg="del">
          <ac:chgData name="William Dumontaud" userId="27dabd29-2215-4f75-954c-2636ea39e1d6" providerId="ADAL" clId="{92B41397-304C-4B29-BC29-5CF14544AD57}" dt="2026-07-08T12:56:03.925" v="134" actId="478"/>
          <ac:spMkLst>
            <pc:docMk/>
            <pc:sldMk cId="955971999" sldId="257"/>
            <ac:spMk id="2" creationId="{68020C19-5540-59A7-17E0-835A934BAD06}"/>
          </ac:spMkLst>
        </pc:spChg>
        <pc:spChg chg="del">
          <ac:chgData name="William Dumontaud" userId="27dabd29-2215-4f75-954c-2636ea39e1d6" providerId="ADAL" clId="{92B41397-304C-4B29-BC29-5CF14544AD57}" dt="2026-07-08T12:56:03.925" v="134" actId="478"/>
          <ac:spMkLst>
            <pc:docMk/>
            <pc:sldMk cId="955971999" sldId="257"/>
            <ac:spMk id="3" creationId="{4980213E-4C94-6443-5ED4-1B5A3A555F40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6" creationId="{F22E999F-D7CD-9727-2789-E838EE4875A8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9" creationId="{0221FD86-8A1D-0C11-9215-E4C7A0AD5820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10" creationId="{54AC2283-C5C0-9664-5479-E4114F611274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11" creationId="{16AA4085-B5DA-1F87-3C72-E735B847E519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12" creationId="{B6641B72-819A-627C-9174-C459BEA6F067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13" creationId="{CA338858-D372-0D12-9E54-B3299902A945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15" creationId="{31E4037B-4FEF-067A-EB73-F727A1F30B20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16" creationId="{314C1F9D-09CC-189E-7A5D-C6BF40BFBFA6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22" creationId="{8255FA2F-7D73-F8A2-8D9A-A072E23BF3F7}"/>
          </ac:spMkLst>
        </pc:spChg>
        <pc:spChg chg="add del mod">
          <ac:chgData name="William Dumontaud" userId="27dabd29-2215-4f75-954c-2636ea39e1d6" providerId="ADAL" clId="{92B41397-304C-4B29-BC29-5CF14544AD57}" dt="2026-07-08T12:56:25.609" v="137" actId="478"/>
          <ac:spMkLst>
            <pc:docMk/>
            <pc:sldMk cId="955971999" sldId="257"/>
            <ac:spMk id="24" creationId="{E267D964-158B-4AF8-61F0-ACA1BE4DD3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122363"/>
            <a:ext cx="6425724" cy="2387600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3602038"/>
            <a:ext cx="5669756" cy="1655762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78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707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709740"/>
            <a:ext cx="6520220" cy="2852737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4589465"/>
            <a:ext cx="6520220" cy="1500187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571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825625"/>
            <a:ext cx="3212862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825625"/>
            <a:ext cx="3212862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13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65127"/>
            <a:ext cx="652022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681163"/>
            <a:ext cx="3198096" cy="82391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2505075"/>
            <a:ext cx="319809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681163"/>
            <a:ext cx="3213847" cy="82391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2505075"/>
            <a:ext cx="321384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09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754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40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457200"/>
            <a:ext cx="2438192" cy="16002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987427"/>
            <a:ext cx="3827085" cy="4873625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2057400"/>
            <a:ext cx="2438192" cy="3811588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33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457200"/>
            <a:ext cx="2438192" cy="1600200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987427"/>
            <a:ext cx="3827085" cy="4873625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2057400"/>
            <a:ext cx="2438192" cy="3811588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47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744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365125"/>
            <a:ext cx="163005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365125"/>
            <a:ext cx="479566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22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365127"/>
            <a:ext cx="65202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825625"/>
            <a:ext cx="65202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6356352"/>
            <a:ext cx="170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4BD86-D5D7-4EB5-990A-65216D265975}" type="datetimeFigureOut">
              <a:rPr lang="fr-FR" smtClean="0"/>
              <a:t>08/07/2026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6356352"/>
            <a:ext cx="2551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6356352"/>
            <a:ext cx="170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760C7-4427-44C7-A9B7-516987546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00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8EDD4943-F8F4-89D3-3233-DDDC7E8C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28" r="8652" b="2886"/>
          <a:stretch>
            <a:fillRect/>
          </a:stretch>
        </p:blipFill>
        <p:spPr>
          <a:xfrm>
            <a:off x="742950" y="52386"/>
            <a:ext cx="6162675" cy="655837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E29FEB5-E163-4ABD-E6E4-70A1890B3844}"/>
              </a:ext>
            </a:extLst>
          </p:cNvPr>
          <p:cNvSpPr txBox="1"/>
          <p:nvPr/>
        </p:nvSpPr>
        <p:spPr>
          <a:xfrm>
            <a:off x="5635175" y="875916"/>
            <a:ext cx="102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Marseille</a:t>
            </a:r>
          </a:p>
        </p:txBody>
      </p:sp>
      <p:pic>
        <p:nvPicPr>
          <p:cNvPr id="1028" name="Picture 4" descr="BERGER Julien - Laboratoire des Sciences de l’Ingénieur pour l ...">
            <a:extLst>
              <a:ext uri="{FF2B5EF4-FFF2-40B4-BE49-F238E27FC236}">
                <a16:creationId xmlns:a16="http://schemas.microsoft.com/office/drawing/2014/main" id="{48C7D1D6-CBE0-C298-9280-C39221DE92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2" r="11661" b="1995"/>
          <a:stretch/>
        </p:blipFill>
        <p:spPr bwMode="auto">
          <a:xfrm>
            <a:off x="3978572" y="247239"/>
            <a:ext cx="753153" cy="920097"/>
          </a:xfrm>
          <a:prstGeom prst="ellipse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ADOCH Benjamin">
            <a:extLst>
              <a:ext uri="{FF2B5EF4-FFF2-40B4-BE49-F238E27FC236}">
                <a16:creationId xmlns:a16="http://schemas.microsoft.com/office/drawing/2014/main" id="{FC0CC7E5-4075-2CA8-98E1-1C9D8E7B73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9" r="35541" b="28852"/>
          <a:stretch/>
        </p:blipFill>
        <p:spPr bwMode="auto">
          <a:xfrm>
            <a:off x="5480969" y="1192673"/>
            <a:ext cx="907871" cy="1086085"/>
          </a:xfrm>
          <a:prstGeom prst="ellipse">
            <a:avLst/>
          </a:prstGeom>
          <a:noFill/>
          <a:ln w="381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aSIE - Laboratoire des Sciences de l’Ingénieur pour l’Environnement ...">
            <a:extLst>
              <a:ext uri="{FF2B5EF4-FFF2-40B4-BE49-F238E27FC236}">
                <a16:creationId xmlns:a16="http://schemas.microsoft.com/office/drawing/2014/main" id="{38FC6B38-B87B-495A-66BF-498FB32CA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754" y="631774"/>
            <a:ext cx="1021050" cy="62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go-IUSTI-sans-baseline-bleu-marine">
            <a:extLst>
              <a:ext uri="{FF2B5EF4-FFF2-40B4-BE49-F238E27FC236}">
                <a16:creationId xmlns:a16="http://schemas.microsoft.com/office/drawing/2014/main" id="{0ED78BDE-C6F6-F05A-C419-175910870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474" y="2586535"/>
            <a:ext cx="1358348" cy="444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991650B-24BA-F212-7ACC-D475BE5D3A52}"/>
              </a:ext>
            </a:extLst>
          </p:cNvPr>
          <p:cNvSpPr txBox="1"/>
          <p:nvPr/>
        </p:nvSpPr>
        <p:spPr>
          <a:xfrm>
            <a:off x="2334018" y="2801974"/>
            <a:ext cx="717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 !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B1B403-C38F-D63D-38FD-DF4DE0AF4070}"/>
              </a:ext>
            </a:extLst>
          </p:cNvPr>
          <p:cNvSpPr txBox="1"/>
          <p:nvPr/>
        </p:nvSpPr>
        <p:spPr>
          <a:xfrm>
            <a:off x="3799164" y="1224845"/>
            <a:ext cx="1489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Supervisor</a:t>
            </a:r>
            <a:endParaRPr lang="fr-FR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F1D61E5-5210-6348-2DCC-21C415BF88E5}"/>
              </a:ext>
            </a:extLst>
          </p:cNvPr>
          <p:cNvSpPr txBox="1"/>
          <p:nvPr/>
        </p:nvSpPr>
        <p:spPr>
          <a:xfrm>
            <a:off x="5218209" y="2278758"/>
            <a:ext cx="1398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Co-</a:t>
            </a:r>
            <a:r>
              <a:rPr lang="fr-FR" sz="14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Supervisor</a:t>
            </a:r>
            <a:endParaRPr lang="fr-FR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5070325-685A-E88F-5C75-83F750C5C70A}"/>
              </a:ext>
            </a:extLst>
          </p:cNvPr>
          <p:cNvSpPr/>
          <p:nvPr/>
        </p:nvSpPr>
        <p:spPr>
          <a:xfrm>
            <a:off x="5153254" y="875916"/>
            <a:ext cx="70441" cy="704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5E20F32-355D-3F8C-3F32-7EE459DF28DC}"/>
              </a:ext>
            </a:extLst>
          </p:cNvPr>
          <p:cNvSpPr/>
          <p:nvPr/>
        </p:nvSpPr>
        <p:spPr>
          <a:xfrm>
            <a:off x="5564734" y="1045428"/>
            <a:ext cx="70441" cy="704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8372CB2-156D-AC7A-633E-EC9A2E046F17}"/>
              </a:ext>
            </a:extLst>
          </p:cNvPr>
          <p:cNvSpPr/>
          <p:nvPr/>
        </p:nvSpPr>
        <p:spPr>
          <a:xfrm>
            <a:off x="2044250" y="6347076"/>
            <a:ext cx="70441" cy="704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3792AE9-D821-8E44-768D-A4F36FAB1075}"/>
              </a:ext>
            </a:extLst>
          </p:cNvPr>
          <p:cNvSpPr txBox="1"/>
          <p:nvPr/>
        </p:nvSpPr>
        <p:spPr>
          <a:xfrm>
            <a:off x="4979854" y="568139"/>
            <a:ext cx="1619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 Rochelle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E0274C1-9242-5493-5A7A-53712D4F5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869324">
            <a:off x="3085584" y="2921607"/>
            <a:ext cx="977172" cy="97717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FC7CC41-3E46-AF77-8033-E85B7BB162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7" t="7887" r="12466" b="14984"/>
          <a:stretch/>
        </p:blipFill>
        <p:spPr>
          <a:xfrm>
            <a:off x="2234463" y="3116517"/>
            <a:ext cx="738254" cy="901895"/>
          </a:xfrm>
          <a:prstGeom prst="ellipse">
            <a:avLst/>
          </a:prstGeom>
          <a:ln w="38100">
            <a:solidFill>
              <a:schemeClr val="bg1"/>
            </a:solidFill>
          </a:ln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04523722-5A4C-D302-FC28-8075A61535C4}"/>
              </a:ext>
            </a:extLst>
          </p:cNvPr>
          <p:cNvSpPr txBox="1"/>
          <p:nvPr/>
        </p:nvSpPr>
        <p:spPr>
          <a:xfrm>
            <a:off x="1158705" y="6151463"/>
            <a:ext cx="885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Curitiba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49FDB8A3-90D7-3998-6DAB-0C5CE25A78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567" y="5068344"/>
            <a:ext cx="799822" cy="115788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3FF2D4B-F966-ADA6-4647-7A50DE275D9C}"/>
              </a:ext>
            </a:extLst>
          </p:cNvPr>
          <p:cNvSpPr txBox="1"/>
          <p:nvPr/>
        </p:nvSpPr>
        <p:spPr>
          <a:xfrm>
            <a:off x="2258387" y="6224017"/>
            <a:ext cx="22379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08 August – 02 November </a:t>
            </a:r>
          </a:p>
        </p:txBody>
      </p:sp>
    </p:spTree>
    <p:extLst>
      <p:ext uri="{BB962C8B-B14F-4D97-AF65-F5344CB8AC3E}">
        <p14:creationId xmlns:p14="http://schemas.microsoft.com/office/powerpoint/2010/main" val="21714726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13</Words>
  <Application>Microsoft Office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Sans Serif Collection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Dumontaud</dc:creator>
  <cp:lastModifiedBy>William Dumontaud</cp:lastModifiedBy>
  <cp:revision>1</cp:revision>
  <dcterms:created xsi:type="dcterms:W3CDTF">2025-02-09T17:53:40Z</dcterms:created>
  <dcterms:modified xsi:type="dcterms:W3CDTF">2026-07-08T12:58:18Z</dcterms:modified>
</cp:coreProperties>
</file>