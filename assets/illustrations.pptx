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ota-building.svg" ContentType="image/svg+xml"/>
  <Override PartName="/ppt/media/sota-material.svg" ContentType="image/svg+xml"/>
  <Override PartName="/ppt/media/sota-wall.svg" ContentType="image/svg+xml"/>
  <Override PartName="/ppt/media/tech-cavities.svg" ContentType="image/svg+xml"/>
  <Override PartName="/ppt/media/tech-lattice.svg" ContentType="image/svg+xml"/>
  <Override PartName="/ppt/media/tech-multimaterial.svg" ContentType="image/svg+xml"/>
  <Override PartName="/ppt/media/toc-conclusion.svg" ContentType="image/svg+xml"/>
  <Override PartName="/ppt/media/toc-cosimulation.svg" ContentType="image/svg+xml"/>
  <Override PartName="/ppt/media/toc-introduction.svg" ContentType="image/svg+xml"/>
  <Override PartName="/ppt/media/toc-physical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sota-building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sota-material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sota-wall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tech-cavities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tech-lattic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tech-multimaterial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toc-conclusion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toc-cosimulatio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toc-introduction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toc-physical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/>
              <a:t>Editable illustrations of the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/>
              <a:t>Each following slide holds one drawing, stored as SVG (vector).</a:t>
            </a:r>
          </a:p>
          <a:p>
            <a:r>
              <a:rPr sz="1800" b="0"/>
              <a:t>1. Right-click the drawing &gt; Convert to Shape (PowerPoint 365 / 2021+): it becomes editable shapes.</a:t>
            </a:r>
          </a:p>
          <a:p>
            <a:r>
              <a:rPr sz="1800" b="0"/>
              <a:t>2. Edit it (colours, lines, add elements...). Keep it grouped.</a:t>
            </a:r>
          </a:p>
          <a:p>
            <a:r>
              <a:rPr sz="1800" b="0"/>
              <a:t>3. Select the group &gt; right-click &gt; Save as Picture... &gt; type SVG.</a:t>
            </a:r>
          </a:p>
          <a:p>
            <a:r>
              <a:rPr sz="1800" b="0"/>
              <a:t>4. Save it over the file named in the slide title, in the folder assets/icons/ of the presentation.</a:t>
            </a:r>
          </a:p>
          <a:p>
            <a:r>
              <a:rPr sz="1800" b="0"/>
              <a:t>5. Run  python build.py  (or keep  python build.py --watch  running) and refresh the browser.</a:t>
            </a:r>
          </a:p>
          <a:p>
            <a:r>
              <a:rPr sz="1800" b="0"/>
              <a:t/>
            </a:r>
          </a:p>
          <a:p>
            <a:r>
              <a:rPr sz="1800" b="0"/>
              <a:t>Tip: keep the same width/height ratio so that the drawing fits its place on the slide.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assets/icons/sota-building.svg</a:t>
            </a:r>
          </a:p>
        </p:txBody>
      </p:sp>
      <p:pic>
        <p:nvPicPr>
          <p:cNvPr id="3" name="Picture 2" descr="sota-building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assets/icons/sota-material.svg</a:t>
            </a:r>
          </a:p>
        </p:txBody>
      </p:sp>
      <p:pic>
        <p:nvPicPr>
          <p:cNvPr id="3" name="Picture 2" descr="sota-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assets/icons/sota-wall.svg</a:t>
            </a:r>
          </a:p>
        </p:txBody>
      </p:sp>
      <p:pic>
        <p:nvPicPr>
          <p:cNvPr id="3" name="Picture 2" descr="sota-wal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5876" y="1280160"/>
            <a:ext cx="5939942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assets/icons/tech-cavities.svg</a:t>
            </a:r>
          </a:p>
        </p:txBody>
      </p:sp>
      <p:pic>
        <p:nvPicPr>
          <p:cNvPr id="3" name="Picture 2" descr="tech-cavities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assets/icons/tech-lattice.svg</a:t>
            </a:r>
          </a:p>
        </p:txBody>
      </p:sp>
      <p:pic>
        <p:nvPicPr>
          <p:cNvPr id="3" name="Picture 2" descr="tech-lattic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assets/icons/tech-multimaterial.svg</a:t>
            </a:r>
          </a:p>
        </p:txBody>
      </p:sp>
      <p:pic>
        <p:nvPicPr>
          <p:cNvPr id="3" name="Picture 2" descr="tech-multimateri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347" y="1280160"/>
            <a:ext cx="8001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assets/icons/toc-conclusion.svg</a:t>
            </a:r>
          </a:p>
        </p:txBody>
      </p:sp>
      <p:pic>
        <p:nvPicPr>
          <p:cNvPr id="3" name="Picture 2" descr="toc-conclus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assets/icons/toc-cosimulation.svg</a:t>
            </a:r>
          </a:p>
        </p:txBody>
      </p:sp>
      <p:pic>
        <p:nvPicPr>
          <p:cNvPr id="3" name="Picture 2" descr="toc-cosimula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assets/icons/toc-introduction.svg</a:t>
            </a:r>
          </a:p>
        </p:txBody>
      </p:sp>
      <p:pic>
        <p:nvPicPr>
          <p:cNvPr id="3" name="Picture 2" descr="toc-introductio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/>
              <a:t>assets/icons/toc-physical.svg</a:t>
            </a:r>
          </a:p>
        </p:txBody>
      </p:sp>
      <p:pic>
        <p:nvPicPr>
          <p:cNvPr id="3" name="Picture 2" descr="toc-physical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9495" y="1280160"/>
            <a:ext cx="5632704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