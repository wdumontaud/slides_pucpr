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2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0D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1212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6C605DA9-98CC-E3B3-FD0B-2687FCAE2173}"/>
              </a:ext>
            </a:extLst>
          </p:cNvPr>
          <p:cNvGrpSpPr/>
          <p:nvPr/>
        </p:nvGrpSpPr>
        <p:grpSpPr>
          <a:xfrm>
            <a:off x="5879591" y="392621"/>
            <a:ext cx="5398008" cy="6072759"/>
            <a:chOff x="5879591" y="392621"/>
            <a:chExt cx="5398008" cy="6072759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B360D1D5-011C-FA34-F2FD-09EC8ABE2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9592" y="3429000"/>
              <a:ext cx="5398007" cy="3036380"/>
            </a:xfrm>
            <a:prstGeom prst="rect">
              <a:avLst/>
            </a:prstGeom>
            <a:ln w="38100">
              <a:solidFill>
                <a:srgbClr val="4D0DAB"/>
              </a:solidFill>
            </a:ln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9344D838-8727-F234-229C-196C819A2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9591" y="392621"/>
              <a:ext cx="5398007" cy="3036379"/>
            </a:xfrm>
            <a:prstGeom prst="round2SameRect">
              <a:avLst>
                <a:gd name="adj1" fmla="val 5374"/>
                <a:gd name="adj2" fmla="val 0"/>
              </a:avLst>
            </a:prstGeom>
            <a:ln w="38100">
              <a:solidFill>
                <a:srgbClr val="4D0DAB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990338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assets/04-introduction/section.svg</a:t>
            </a:r>
          </a:p>
        </p:txBody>
      </p:sp>
      <p:pic>
        <p:nvPicPr>
          <p:cNvPr id="3" name="Picture 2" descr="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9435" y="1280160"/>
            <a:ext cx="613313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assets/04-introduction/why-topology.svg</a:t>
            </a:r>
          </a:p>
        </p:txBody>
      </p:sp>
      <p:pic>
        <p:nvPicPr>
          <p:cNvPr id="3" name="Picture 2" descr="why-topology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assets/04-introduction/why-shape.svg</a:t>
            </a:r>
          </a:p>
        </p:txBody>
      </p:sp>
      <p:pic>
        <p:nvPicPr>
          <p:cNvPr id="3" name="Picture 2" descr="why-shap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assets/04-introduction/why-both.svg</a:t>
            </a:r>
          </a:p>
        </p:txBody>
      </p:sp>
      <p:pic>
        <p:nvPicPr>
          <p:cNvPr id="3" name="Picture 2" descr="why-both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assets/05-physical/canyon-section.svg</a:t>
            </a:r>
          </a:p>
        </p:txBody>
      </p:sp>
      <p:pic>
        <p:nvPicPr>
          <p:cNvPr id="3" name="Picture 2" descr="canyon-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43225" y="1280160"/>
            <a:ext cx="7905549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307</Words>
  <Application>Microsoft Office PowerPoint</Application>
  <PresentationFormat>Grand écran</PresentationFormat>
  <Paragraphs>33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8</cp:revision>
  <dcterms:created xsi:type="dcterms:W3CDTF">2013-01-27T09:14:16Z</dcterms:created>
  <dcterms:modified xsi:type="dcterms:W3CDTF">2026-10-11T19:42:12Z</dcterms:modified>
  <cp:category/>
</cp:coreProperties>
</file>