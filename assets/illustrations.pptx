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1.svg" ContentType="image/svg+xml"/>
  <Override PartName="/ppt/media/image43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966" y="-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 (the path is relative to the presentation folder).</a:t>
            </a:r>
          </a:p>
          <a:p>
            <a:r>
              <a:rPr sz="1800" b="0"/>
              <a:t>5. Run  python config/build.py  (or keep  python config/build.py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assets/05-physical/governing-boundaries-faint.svg</a:t>
            </a:r>
          </a:p>
        </p:txBody>
      </p:sp>
      <p:pic>
        <p:nvPicPr>
          <p:cNvPr id="3" name="Picture 2" descr="governing-boundaries-faint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assets/05-physical/governing-boundaries-bold.svg</a:t>
            </a:r>
          </a:p>
        </p:txBody>
      </p:sp>
      <p:pic>
        <p:nvPicPr>
          <p:cNvPr id="3" name="Picture 2" descr="governing-boundaries-bold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assets/05-physical/governing-normals.svg</a:t>
            </a:r>
          </a:p>
        </p:txBody>
      </p:sp>
      <p:pic>
        <p:nvPicPr>
          <p:cNvPr id="3" name="Picture 2" descr="governing-normals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assets/05-physical/external-convection.svg</a:t>
            </a:r>
          </a:p>
        </p:txBody>
      </p:sp>
      <p:pic>
        <p:nvPicPr>
          <p:cNvPr id="3" name="Picture 2" descr="ex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assets/05-physical/external-radiation.svg</a:t>
            </a:r>
          </a:p>
        </p:txBody>
      </p:sp>
      <p:pic>
        <p:nvPicPr>
          <p:cNvPr id="3" name="Picture 2" descr="external-radia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assets/05-physical/internal-convection.svg</a:t>
            </a:r>
          </a:p>
        </p:txBody>
      </p:sp>
      <p:pic>
        <p:nvPicPr>
          <p:cNvPr id="3" name="Picture 2" descr="in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assets/05-physical/internal-longwave.svg</a:t>
            </a:r>
          </a:p>
        </p:txBody>
      </p:sp>
      <p:pic>
        <p:nvPicPr>
          <p:cNvPr id="3" name="Picture 2" descr="internal-longwav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assets/05-physical/internal-adiabatic.svg</a:t>
            </a:r>
          </a:p>
        </p:txBody>
      </p:sp>
      <p:pic>
        <p:nvPicPr>
          <p:cNvPr id="3" name="Picture 2" descr="internal-adiabatic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assets/04-introduction/section.svg</a:t>
            </a:r>
          </a:p>
        </p:txBody>
      </p:sp>
      <p:pic>
        <p:nvPicPr>
          <p:cNvPr id="3" name="Picture 2" descr="s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29435" y="1280160"/>
            <a:ext cx="613313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assets/04-introduction/why-topology.svg</a:t>
            </a:r>
          </a:p>
        </p:txBody>
      </p:sp>
      <p:pic>
        <p:nvPicPr>
          <p:cNvPr id="3" name="Picture 2" descr="why-topology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assets/04-introduction/why-shape.svg</a:t>
            </a:r>
          </a:p>
        </p:txBody>
      </p:sp>
      <p:pic>
        <p:nvPicPr>
          <p:cNvPr id="3" name="Picture 2" descr="why-shap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assets/04-introduction/why-both.svg</a:t>
            </a:r>
          </a:p>
        </p:txBody>
      </p:sp>
      <p:pic>
        <p:nvPicPr>
          <p:cNvPr id="3" name="Picture 2" descr="why-both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207</Words>
  <Application>Microsoft Office PowerPoint</Application>
  <PresentationFormat>Grand écran</PresentationFormat>
  <Paragraphs>19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6</cp:revision>
  <dcterms:created xsi:type="dcterms:W3CDTF">2013-01-27T09:14:16Z</dcterms:created>
  <dcterms:modified xsi:type="dcterms:W3CDTF">2026-10-09T19:22:11Z</dcterms:modified>
  <cp:category/>
</cp:coreProperties>
</file>