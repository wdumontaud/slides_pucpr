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8"/>
    <p:sldId id="269" r:id="rId19"/>
    <p:sldId id="270" r:id="rId20"/>
    <p:sldId id="271" r:id="rId21"/>
    <p:sldId id="27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966" y="-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 (the path is relative to the presentation folder).</a:t>
            </a:r>
          </a:p>
          <a:p>
            <a:r>
              <a:rPr sz="1800" b="0"/>
              <a:t>5. Run  python config/build.py  (or keep  python config/build.py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assets/05-physical/governing.svg</a:t>
            </a:r>
          </a:p>
        </p:txBody>
      </p:sp>
      <p:pic>
        <p:nvPicPr>
          <p:cNvPr id="3" name="Picture 2" descr="governing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assets/05-physical/external.svg</a:t>
            </a:r>
          </a:p>
        </p:txBody>
      </p:sp>
      <p:pic>
        <p:nvPicPr>
          <p:cNvPr id="3" name="Picture 2" descr="external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assets/05-physical/radiation-sw.svg</a:t>
            </a:r>
          </a:p>
        </p:txBody>
      </p:sp>
      <p:pic>
        <p:nvPicPr>
          <p:cNvPr id="3" name="Picture 2" descr="radiation-s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assets/05-physical/radiation-lw.svg</a:t>
            </a:r>
          </a:p>
        </p:txBody>
      </p:sp>
      <p:pic>
        <p:nvPicPr>
          <p:cNvPr id="3" name="Picture 2" descr="radiation-l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assets/05-physical/internal.svg</a:t>
            </a:r>
          </a:p>
        </p:txBody>
      </p:sp>
      <p:pic>
        <p:nvPicPr>
          <p:cNvPr id="3" name="Picture 2" descr="internal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207</Words>
  <Application>Microsoft Office PowerPoint</Application>
  <PresentationFormat>Grand écran</PresentationFormat>
  <Paragraphs>19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6</cp:revision>
  <dcterms:created xsi:type="dcterms:W3CDTF">2013-01-27T09:14:16Z</dcterms:created>
  <dcterms:modified xsi:type="dcterms:W3CDTF">2026-10-09T19:22:11Z</dcterms:modified>
  <cp:category/>
</cp:coreProperties>
</file>