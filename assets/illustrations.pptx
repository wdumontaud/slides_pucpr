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title, in the folder assets/icons/ of the presentation.</a:t>
            </a:r>
          </a:p>
          <a:p>
            <a:r>
              <a:rPr sz="1800" b="0"/>
              <a:t>5. Run  python build.py  (or keep  python 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assets/05-physical/governing.svg</a:t>
            </a:r>
          </a:p>
        </p:txBody>
      </p:sp>
      <p:pic>
        <p:nvPicPr>
          <p:cNvPr id="3" name="Picture 2" descr="governing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assets/05-physical/external.svg</a:t>
            </a:r>
          </a:p>
        </p:txBody>
      </p:sp>
      <p:pic>
        <p:nvPicPr>
          <p:cNvPr id="3" name="Picture 2" descr="external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assets/05-physical/internal.svg</a:t>
            </a:r>
          </a:p>
        </p:txBody>
      </p:sp>
      <p:pic>
        <p:nvPicPr>
          <p:cNvPr id="3" name="Picture 2" descr="internal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